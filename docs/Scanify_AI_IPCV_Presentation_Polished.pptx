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SCANIFY AI  •  IPCV  •  TEAM 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"/>
            <a:ext cx="6492240" cy="6355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713232"/>
            <a:ext cx="2880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223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IMAGE PROCESSING &amp; COMPUTER VISION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Scanify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Document Scanner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From a camera photo to a clean, searchable and reusable digital document.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224528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Section C  •  Team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Submitted to: Abhimanyu Sahu Sir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30 October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76288" y="777240"/>
            <a:ext cx="4645152" cy="5120640"/>
          </a:xfrm>
          <a:prstGeom prst="roundRect">
            <a:avLst>
              <a:gd name="adj" fmla="val 35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-600000">
            <a:off x="7406640" y="1298448"/>
            <a:ext cx="1600200" cy="2148840"/>
          </a:xfrm>
          <a:prstGeom prst="rect">
            <a:avLst/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-600000">
            <a:off x="7543800" y="1554480"/>
            <a:ext cx="9921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00000">
            <a:off x="7543800" y="1792224"/>
            <a:ext cx="9921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600000">
            <a:off x="7543800" y="2029968"/>
            <a:ext cx="9921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600000">
            <a:off x="7543800" y="2267712"/>
            <a:ext cx="9921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600000">
            <a:off x="7543800" y="2505456"/>
            <a:ext cx="9921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600000">
            <a:off x="8494776" y="2501798"/>
            <a:ext cx="288036" cy="365303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PHOTO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2359152"/>
            <a:ext cx="804672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46920" y="1225296"/>
            <a:ext cx="1572768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0" y="1481328"/>
            <a:ext cx="9751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1719072"/>
            <a:ext cx="9751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1956816"/>
            <a:ext cx="9751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84080" y="2194560"/>
            <a:ext cx="9751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2432304"/>
            <a:ext cx="97511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16402" y="2428646"/>
            <a:ext cx="283098" cy="365303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SCAN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43159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325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</a:rPr>
              <a:t>OCR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31352" y="43159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4325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47504" y="43159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47504" y="4325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SAVE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342632" y="48646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Perspective correction + enhancement + text extraction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Why a document scanner needs computer vision—not just a camera.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Common problems in photographed documents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4956048" cy="877824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19202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Skew &amp; perspective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261872" y="21762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Page appears trapezoidal when captured at an angle.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58368" y="2880360"/>
            <a:ext cx="4956048" cy="877824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136392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Poor readability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261872" y="33009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Shadows, noise and low contrast reduce clarity.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58368" y="4005072"/>
            <a:ext cx="4956048" cy="877824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261104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16966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OCR degradation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261872" y="442569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Distorted or noisy text is harder to recognize.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1664208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673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PROJECT OBJECTIVE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27648" y="21579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Turn an ordinary document photo into a scanner-like output.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27648" y="29992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288950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Automatically detect the document boundary.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6327648" y="356616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345643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Correct perspective to obtain a top-down page view.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327648" y="413308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402336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Enhance the image for reading and OCR.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327648" y="47000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459028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Extract text and export/save the final document.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complete pipeline from raw image to reusable digital information.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1907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Input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Image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112264" y="206654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6896" y="1719072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96896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Pre-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processing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977640" y="206654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71907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Document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Detection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843016" y="206654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99632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71907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27648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Perspective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Correction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708392" y="206654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65008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3024" y="171907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93024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Enhancement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+ OCR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9573768" y="2066544"/>
            <a:ext cx="2743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30384" y="1572768"/>
            <a:ext cx="1499616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0" y="1719072"/>
            <a:ext cx="310896" cy="31089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7282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211226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PDF / Saved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Workspace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13232" y="3063240"/>
            <a:ext cx="1074420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87552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5" name="Shape 33"/>
          <p:cNvSpPr/>
          <p:nvPr/>
        </p:nvSpPr>
        <p:spPr>
          <a:xfrm>
            <a:off x="987552" y="381304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OpenCV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06624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Edges, contours, perspective transform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6062472" y="381304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</a:rPr>
              <a:t>NumPy + Pillow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81544" y="38404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Image arrays, resize, orientation, export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987552" y="4471416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4480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Tesseract / pytesseract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06624" y="4498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Optical character recognition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6062472" y="4471416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480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Supabase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81544" y="4498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Authentication + persistent application data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987552" y="53492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i="1" dirty="0">
                <a:solidFill>
                  <a:srgbClr val="64748B"/>
                </a:solidFill>
              </a:rPr>
              <a:t>Key idea: classical IPCV handles geometry and image quality; the application layer handles persistence and document reuse.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I — Detecting the Document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page boundary is found using a lightweight, explainable classical vision pipeline.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481328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55648"/>
            <a:ext cx="1371600" cy="987552"/>
          </a:xfrm>
          <a:prstGeom prst="rect">
            <a:avLst/>
          </a:prstGeom>
          <a:solidFill>
            <a:srgbClr val="E2E8F0"/>
          </a:solidFill>
          <a:ln w="1524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011680"/>
            <a:ext cx="8503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249424"/>
            <a:ext cx="8503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487168"/>
            <a:ext cx="8503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724912"/>
            <a:ext cx="8503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962656"/>
            <a:ext cx="85039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2308677"/>
            <a:ext cx="246888" cy="1678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169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Grayscale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578608" y="2441448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71216" y="1481328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755648"/>
            <a:ext cx="1371600" cy="987552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3552" y="1984248"/>
            <a:ext cx="914400" cy="0"/>
          </a:xfrm>
          <a:prstGeom prst="line">
            <a:avLst/>
          </a:prstGeom>
          <a:noFill/>
          <a:ln w="25400">
            <a:solidFill>
              <a:srgbClr val="9CA3AF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2148840"/>
            <a:ext cx="914400" cy="0"/>
          </a:xfrm>
          <a:prstGeom prst="line">
            <a:avLst/>
          </a:prstGeom>
          <a:noFill/>
          <a:ln w="25400">
            <a:solidFill>
              <a:srgbClr val="9CA3A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2313432"/>
            <a:ext cx="914400" cy="0"/>
          </a:xfrm>
          <a:prstGeom prst="line">
            <a:avLst/>
          </a:prstGeom>
          <a:noFill/>
          <a:ln w="25400">
            <a:solidFill>
              <a:srgbClr val="9CA3A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2478024"/>
            <a:ext cx="914400" cy="0"/>
          </a:xfrm>
          <a:prstGeom prst="line">
            <a:avLst/>
          </a:prstGeom>
          <a:noFill/>
          <a:ln w="25400">
            <a:solidFill>
              <a:srgbClr val="9CA3A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9169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Smooth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846320" y="2441448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1481328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76672" y="1755648"/>
            <a:ext cx="137160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901952"/>
            <a:ext cx="1051560" cy="56692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468880"/>
            <a:ext cx="-868680" cy="12801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9169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Canny Edges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114032" y="2441448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1481328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 rot="600000">
            <a:off x="7754112" y="1801368"/>
            <a:ext cx="1115568" cy="896112"/>
          </a:xfrm>
          <a:prstGeom prst="chevron">
            <a:avLst/>
          </a:prstGeom>
          <a:solidFill>
            <a:srgbClr val="FFFFFF">
              <a:alpha val="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240000">
            <a:off x="7964424" y="1956816"/>
            <a:ext cx="777240" cy="62179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29169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Contours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9381744" y="2441448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74352" y="1481328"/>
            <a:ext cx="195681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 rot="-300000">
            <a:off x="10094976" y="1792224"/>
            <a:ext cx="987552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174650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91672" y="179222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31552" y="26517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37392" y="256946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20656" y="29169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4-Corner Page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868680" y="3913632"/>
            <a:ext cx="10460736" cy="1591056"/>
          </a:xfrm>
          <a:prstGeom prst="roundRect">
            <a:avLst>
              <a:gd name="adj" fmla="val 459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4187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</a:rPr>
              <a:t>Core IPCV operations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1143000" y="46908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07592" y="46177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Gaussian smoothing reduces small noise.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89704" y="46908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46177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Canny highlights strong intensity transitions.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36408" y="46908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461772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Morphology can connect broken edges.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143000" y="507492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07592" y="500176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Contours are ranked by area.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89704" y="507492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54296" y="500176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Polygon approximation searches for 4 corners.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II — Perspective Correction &amp; Enhancement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Once the four corners are known, the photographed page is rectified into a scanner-like view.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102352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Perspective transformation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rot="-600000">
            <a:off x="932688" y="2157984"/>
            <a:ext cx="1481328" cy="1901952"/>
          </a:xfrm>
          <a:prstGeom prst="rect">
            <a:avLst/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-600000">
            <a:off x="1069848" y="2414016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600000">
            <a:off x="1069848" y="2651760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600000">
            <a:off x="1069848" y="2889504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600000">
            <a:off x="1069848" y="3127248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600000">
            <a:off x="1069848" y="3364992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600000">
            <a:off x="1939991" y="3223077"/>
            <a:ext cx="266639" cy="323332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Skewed photo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615184" y="3063240"/>
            <a:ext cx="1088136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85616" y="2029968"/>
            <a:ext cx="1481328" cy="190195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22776" y="2286000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22776" y="2523744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2776" y="2761488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22776" y="2999232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22776" y="3236976"/>
            <a:ext cx="918423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2919" y="3095061"/>
            <a:ext cx="266639" cy="3233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Top-down scan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69264" y="4462272"/>
            <a:ext cx="43434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Corner order: TL → TR → BR → BL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Output size estimated from opposite side lengths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OpenCV maps the quadrilateral to a rectangle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062472" y="1353312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64224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Scan enhancement modes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82512" y="2139696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</a:rPr>
              <a:t>COLOUR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205472" y="22494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Preserves diagrams &amp; annotations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96528" y="2139696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06256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E7490"/>
                </a:solidFill>
              </a:rPr>
              <a:t>CLEAN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619488" y="2249424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Improves contrast &amp; clarity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82512" y="3182112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310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334155"/>
                </a:solidFill>
              </a:rPr>
              <a:t>GRAY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7205472" y="32918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Reduces colour complexity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96528" y="3182112"/>
            <a:ext cx="2084832" cy="82296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06256" y="3310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47857"/>
                </a:solidFill>
              </a:rPr>
              <a:t>B &amp; W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9619488" y="32918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High-contrast text output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6112" y="5230368"/>
            <a:ext cx="10277856" cy="603504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5568" y="5422392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Manual recovery path: crop  •  rotate  •  resize  •  compression  •  filters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OCR &amp; Document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Image processing prepares the page; OCR turns it into machine-readable text.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653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Grayscale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96312" y="210312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8653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Upscale + Denoise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90872" y="210312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7492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8653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Otsu Threshold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85432" y="210312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0" y="18653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Tesseract OCR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9992" y="2103120"/>
            <a:ext cx="72237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75520" y="141732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77272" y="16916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0" y="208483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searchable &amp; reusable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713232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OCR output can then power application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363931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38404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PDF Export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84832" y="38039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Processed pages become shareable documents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217920" y="363931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38404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Supabase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89520" y="38039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User data and saved documents persist across sessions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13232" y="459943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4800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48097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Summary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84832" y="4764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OCR text can be converted into short or study summaries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217920" y="459943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4800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48097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</a:rPr>
              <a:t>Q&amp;A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89520" y="4764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Questions can be answered from extracted document text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731520" y="57424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70" i="1">
                <a:solidFill>
                  <a:srgbClr val="64748B"/>
                </a:solidFill>
              </a:rPr>
              <a:t>AI-assisted summary and Q&amp;A operate on OCR text and remain separate from the core IPCV scanning pipeline.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Functional evaluation of the end-to-end document-scanning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6656" y="142646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27632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02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Document detection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1554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Page boundary identified from visible edges.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0" y="155448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Best when the sheet contrasts with the background.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76656" y="225856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459736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4323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386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Perspective correction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2386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Skewed page becomes a top-down rectangular view.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0" y="23865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Produces the strongest scanner-like improvement.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76656" y="3090672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29184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644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2186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Enhancement modes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54680" y="3218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Colour, grayscale and binary-style outputs available.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321868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Different documents need different enhancement strategies.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76656" y="3922776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4123944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09651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4050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OCR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54680" y="40507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Processed image becomes machine-readable text.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40507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Quality depends on focus, font size and illumination.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76656" y="4754880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495604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9286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48828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PDF / persistence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154680" y="4882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Processed scans can be exported and saved.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48828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Extends IPCV into a reusable document workflow.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86384" y="5687568"/>
            <a:ext cx="10643616" cy="603504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7150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40">
                <a:solidFill>
                  <a:srgbClr val="92400E"/>
                </a:solidFill>
              </a:rPr>
              <a:t>Evaluation focused on functional performance; quantitative OCR benchmarking using CER/WER is included as future work.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Where the current classical pipeline can be strengthened.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7F7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1907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28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CURRENT LIMITATIONS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0120" y="24140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304288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Low paper/background contrast can weaken page detection.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907792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Curved or folded pages do not fit a planar perspective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621024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511296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Blur, tiny fonts and uneven lighting reduce OCR quality.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2245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114800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Handwriting is more difficult than clean printed 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48280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718304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OCR errors can propagate to summary and Q&amp;A.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1719072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7282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</a:rPr>
              <a:t>FUTURE IMPROVEMENTS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10528" y="24140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2304288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Curved-page dewarping and stronger boundary detection.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301752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907792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Automatic blur / shadow quality checks before OCR.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3621024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511296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Multilingual OCR and searchable PDF generation.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0528" y="42245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4114800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OCR confidence highlighting for uncertain words.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10528" y="482803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4718304"/>
            <a:ext cx="4325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Quantitative evaluation using CER and 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>
                <a:solidFill>
                  <a:srgbClr val="64748B"/>
                </a:solidFill>
              </a:rPr>
              <a:t>Individual responsibilities across implementation and presentation.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233172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020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Team Member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063240" y="1444752"/>
            <a:ext cx="137160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60020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Roll No.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80560" y="1444752"/>
            <a:ext cx="699516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600200"/>
            <a:ext cx="6775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Contribution / Presentation Area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1975104"/>
            <a:ext cx="2331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975104"/>
            <a:ext cx="13716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975104"/>
            <a:ext cx="699516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139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Pragya Tiwari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3172968" y="221284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20233211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626864" y="2121408"/>
            <a:ext cx="6702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5" dirty="0">
                <a:solidFill>
                  <a:srgbClr val="334155"/>
                </a:solidFill>
              </a:rPr>
              <a:t>Application integration, Supabase persistence, document workspace and final report / presentation integration.</a:t>
            </a:r>
            <a:endParaRPr lang="en-US" sz="1035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233172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880360"/>
            <a:ext cx="137160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880360"/>
            <a:ext cx="699516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04495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Muskan Dubey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3172968" y="311810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20233193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626864" y="3026664"/>
            <a:ext cx="6702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5" dirty="0">
                <a:solidFill>
                  <a:srgbClr val="334155"/>
                </a:solidFill>
              </a:rPr>
              <a:t>Image preprocessing, scan enhancement modes and manual image-editing operations.</a:t>
            </a:r>
            <a:endParaRPr lang="en-US" sz="1035" dirty="0"/>
          </a:p>
        </p:txBody>
      </p:sp>
      <p:sp>
        <p:nvSpPr>
          <p:cNvPr id="22" name="Shape 20"/>
          <p:cNvSpPr/>
          <p:nvPr/>
        </p:nvSpPr>
        <p:spPr>
          <a:xfrm>
            <a:off x="685800" y="3785616"/>
            <a:ext cx="2331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3785616"/>
            <a:ext cx="13716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85616"/>
            <a:ext cx="699516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950208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Munde Pratik Hanumant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3172968" y="40233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20233192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626864" y="3931920"/>
            <a:ext cx="6702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5" dirty="0">
                <a:solidFill>
                  <a:srgbClr val="334155"/>
                </a:solidFill>
              </a:rPr>
              <a:t>Document boundary detection, contour analysis and perspective-correction workflow.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685800" y="4690872"/>
            <a:ext cx="233172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4690872"/>
            <a:ext cx="137160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690872"/>
            <a:ext cx="6995160" cy="9052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485546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</a:rPr>
              <a:t>Puli Laxmi Vennela</a:t>
            </a:r>
            <a:endParaRPr lang="en-US" sz="1110" dirty="0"/>
          </a:p>
        </p:txBody>
      </p:sp>
      <p:sp>
        <p:nvSpPr>
          <p:cNvPr id="32" name="Text 30"/>
          <p:cNvSpPr/>
          <p:nvPr/>
        </p:nvSpPr>
        <p:spPr>
          <a:xfrm>
            <a:off x="3172968" y="492861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20233224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626864" y="4837176"/>
            <a:ext cx="6702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35">
                <a:solidFill>
                  <a:srgbClr val="334155"/>
                </a:solidFill>
              </a:rPr>
              <a:t>OCR pipeline, PDF/output workflow, functional testing, and demonstration support.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Demo &amp; 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50">
                <a:solidFill>
                  <a:srgbClr val="64748B"/>
                </a:solidFill>
              </a:rPr>
              <a:t>Live demonstration sequence covering the major project stages.</a:t>
            </a:r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1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1243584" y="15179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Login / open the document workspace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22311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04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2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243584" y="2267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Upload or capture a document photograph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3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243584" y="3017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Show automatic page detection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13232" y="37307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8039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4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243584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Show perspective-corrected scan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53912" y="148132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554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5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684264" y="15179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Switch scan modes / manual edit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153912" y="22311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2304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6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684264" y="2267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Run OCR and show extracted text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53912" y="298094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7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684264" y="3017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Generate PDF and save / reopen document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153912" y="37307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38039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8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684264" y="37673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Optionally show summary or document Q&amp;A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13232" y="4645152"/>
            <a:ext cx="10826496" cy="1207008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7552" y="4901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39696" y="4828032"/>
            <a:ext cx="9006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Scanify AI demonstrates an end-to-end IPCV solution: detect the page, correct its geometry, enhance visual quality, extract text, and convert the result into a reusable digital document.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4800600" y="60076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Section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Scanify AI - Smart Document Scanner</dc:title>
  <dc:subject>IPCV Assignment Presentation - Scanify AI</dc:subject>
  <dc:creator>Team 2</dc:creator>
  <cp:lastModifiedBy>Team 2</cp:lastModifiedBy>
  <cp:revision>1</cp:revision>
  <dcterms:created xsi:type="dcterms:W3CDTF">2026-10-29T19:06:52Z</dcterms:created>
  <dcterms:modified xsi:type="dcterms:W3CDTF">2026-10-29T19:06:52Z</dcterms:modified>
</cp:coreProperties>
</file>